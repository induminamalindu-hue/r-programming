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5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4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5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48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7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2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0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6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6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5689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53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7649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14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06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5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4B37B-F1FD-44FF-8A5F-0B7E6744B66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B2B5C0-9BCA-476A-AA13-E6BC36B83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3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7378-F71A-4ECF-9F58-2C39A8F2D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RStudio</a:t>
            </a:r>
          </a:p>
        </p:txBody>
      </p:sp>
    </p:spTree>
    <p:extLst>
      <p:ext uri="{BB962C8B-B14F-4D97-AF65-F5344CB8AC3E}">
        <p14:creationId xmlns:p14="http://schemas.microsoft.com/office/powerpoint/2010/main" val="3900111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D701D-04B2-49E8-9B0A-217B03C2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10" y="735056"/>
            <a:ext cx="10515600" cy="4351338"/>
          </a:xfrm>
        </p:spPr>
        <p:txBody>
          <a:bodyPr/>
          <a:lstStyle/>
          <a:p>
            <a:r>
              <a:rPr lang="en-US" b="1" dirty="0"/>
              <a:t>RStudio</a:t>
            </a:r>
            <a:r>
              <a:rPr lang="en-US" dirty="0"/>
              <a:t> is an integrated development environment (IDE) specifically designed for R programming. It provides a user-friendly interface that makes writing, debugging, and managing R code easier.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0E372-5B47-4D24-A01C-6B8A607AC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472" y="2265027"/>
            <a:ext cx="7097086" cy="400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6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6089-2C4A-40FD-891F-5555B9F3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Components of RStudio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B4040-F1D6-461C-A002-B90E7D0EC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1422" y="1718406"/>
            <a:ext cx="741741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Editor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-Used for writing and editing scripts.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  Console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-Executes R commands interactively.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  Environment/History Pane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-Displays variables, datasets, and command history.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  Files/Plots/Packages/Help Pane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-Manage files, view plots, install packages, and access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15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9638-3C41-4C76-90D1-9C743961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RStudio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45E865-7ADA-46BA-AD2D-8E8CE11F53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7256" y="1543416"/>
            <a:ext cx="4458272" cy="305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 highlighting and code completion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debugging tools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management support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 installation and management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tools </a:t>
            </a:r>
          </a:p>
        </p:txBody>
      </p:sp>
    </p:spTree>
    <p:extLst>
      <p:ext uri="{BB962C8B-B14F-4D97-AF65-F5344CB8AC3E}">
        <p14:creationId xmlns:p14="http://schemas.microsoft.com/office/powerpoint/2010/main" val="182906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0C36-4DAD-4CC1-A262-B27D1B5E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R and RStudio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9736B6-C664-4EBA-95C6-533C3908AD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6188"/>
            <a:ext cx="7245445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programming language and computation engine.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RStudio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environment used to write and run R code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can run without RStudio, but RStudio requires R to be installed. </a:t>
            </a:r>
          </a:p>
        </p:txBody>
      </p:sp>
    </p:spTree>
    <p:extLst>
      <p:ext uri="{BB962C8B-B14F-4D97-AF65-F5344CB8AC3E}">
        <p14:creationId xmlns:p14="http://schemas.microsoft.com/office/powerpoint/2010/main" val="1095671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159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Introduction to RStudio</vt:lpstr>
      <vt:lpstr>PowerPoint Presentation</vt:lpstr>
      <vt:lpstr>Main Components of RStudio</vt:lpstr>
      <vt:lpstr>Features of RStudio</vt:lpstr>
      <vt:lpstr>Relationship Between R and RStudio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RStudio</dc:title>
  <dc:creator>Dileepa Hewapaula</dc:creator>
  <cp:lastModifiedBy>Dileepa Hewapaula</cp:lastModifiedBy>
  <cp:revision>1</cp:revision>
  <dcterms:created xsi:type="dcterms:W3CDTF">2026-06-09T04:44:32Z</dcterms:created>
  <dcterms:modified xsi:type="dcterms:W3CDTF">2026-06-09T04:47:03Z</dcterms:modified>
</cp:coreProperties>
</file>