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847ACEF-161F-4C3E-BC25-DE7A472CE6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9E4F83B-AF79-477A-9018-805B995FCD1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7242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7ACEF-161F-4C3E-BC25-DE7A472CE6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4F83B-AF79-477A-9018-805B995FC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75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7ACEF-161F-4C3E-BC25-DE7A472CE6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4F83B-AF79-477A-9018-805B995FCD1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37558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7ACEF-161F-4C3E-BC25-DE7A472CE6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4F83B-AF79-477A-9018-805B995FC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12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7ACEF-161F-4C3E-BC25-DE7A472CE6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4F83B-AF79-477A-9018-805B995FC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67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7ACEF-161F-4C3E-BC25-DE7A472CE6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4F83B-AF79-477A-9018-805B995FC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43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7ACEF-161F-4C3E-BC25-DE7A472CE6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4F83B-AF79-477A-9018-805B995FC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9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7ACEF-161F-4C3E-BC25-DE7A472CE6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4F83B-AF79-477A-9018-805B995FC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849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7ACEF-161F-4C3E-BC25-DE7A472CE6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4F83B-AF79-477A-9018-805B995FC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7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7ACEF-161F-4C3E-BC25-DE7A472CE6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4F83B-AF79-477A-9018-805B995FC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4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7ACEF-161F-4C3E-BC25-DE7A472CE6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4F83B-AF79-477A-9018-805B995FC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4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847ACEF-161F-4C3E-BC25-DE7A472CE6E1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9E4F83B-AF79-477A-9018-805B995FCD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238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078C6-6706-4EA4-A91E-F3A81E01E4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R Programming Language</a:t>
            </a:r>
          </a:p>
        </p:txBody>
      </p:sp>
    </p:spTree>
    <p:extLst>
      <p:ext uri="{BB962C8B-B14F-4D97-AF65-F5344CB8AC3E}">
        <p14:creationId xmlns:p14="http://schemas.microsoft.com/office/powerpoint/2010/main" val="851105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75075-FE5D-4638-9C98-04324529D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729842"/>
            <a:ext cx="9358590" cy="5450295"/>
          </a:xfrm>
        </p:spPr>
        <p:txBody>
          <a:bodyPr/>
          <a:lstStyle/>
          <a:p>
            <a:r>
              <a:rPr lang="en-US" b="1" dirty="0"/>
              <a:t>R</a:t>
            </a:r>
            <a:r>
              <a:rPr lang="en-US" dirty="0"/>
              <a:t> is a powerful, open-source programming language and software environment designed for </a:t>
            </a:r>
            <a:r>
              <a:rPr lang="en-US" b="1" dirty="0"/>
              <a:t>statistical computing</a:t>
            </a:r>
            <a:r>
              <a:rPr lang="en-US" dirty="0"/>
              <a:t>, </a:t>
            </a:r>
            <a:r>
              <a:rPr lang="en-US" b="1" dirty="0"/>
              <a:t>data analysis</a:t>
            </a:r>
            <a:r>
              <a:rPr lang="en-US" dirty="0"/>
              <a:t>, and </a:t>
            </a:r>
            <a:r>
              <a:rPr lang="en-US" b="1" dirty="0"/>
              <a:t>data visualization</a:t>
            </a:r>
            <a:r>
              <a:rPr lang="en-US" dirty="0"/>
              <a:t>. It was created by Ross Ihaka and Robert Gentleman and is widely used by statisticians, data scientists, researchers, and analysts.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B0A21E-A296-4BB8-98BC-F652DF9E3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669" y="2382472"/>
            <a:ext cx="4840942" cy="347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56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7FCA3-CDB7-4EAC-A1EB-2CB51D1A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0665CE-6807-4BAF-836F-4B81DAEB7B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49680" y="2136338"/>
            <a:ext cx="969264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Source: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Free to download and use.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a wide range of statistical techniques such as regression, hypothesis testing, clustering, and time-series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excellent graphical capabilities for creating charts, plots, and dashboards.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Extensive Package Ecosystem: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Thousands of packages are available through the Comprehensive R Archive Network (CRAN).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Cross-Platform: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Runs on Windows, macOS, and Linux.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Manipulation: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Efficient tools for cleaning, transforming, and analyzing data. </a:t>
            </a:r>
          </a:p>
        </p:txBody>
      </p:sp>
    </p:spTree>
    <p:extLst>
      <p:ext uri="{BB962C8B-B14F-4D97-AF65-F5344CB8AC3E}">
        <p14:creationId xmlns:p14="http://schemas.microsoft.com/office/powerpoint/2010/main" val="553290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88A9-25D4-4F2F-819E-E196351D1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Applications of 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AB6D0D-BB7B-4F49-BD72-426636EDFE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0595" y="2274838"/>
            <a:ext cx="433358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Science and Analytics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Research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Intelligence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Bioinformatics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Research </a:t>
            </a:r>
          </a:p>
        </p:txBody>
      </p:sp>
    </p:spTree>
    <p:extLst>
      <p:ext uri="{BB962C8B-B14F-4D97-AF65-F5344CB8AC3E}">
        <p14:creationId xmlns:p14="http://schemas.microsoft.com/office/powerpoint/2010/main" val="2484497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32FE-10AC-4944-A90E-EFED450C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R Syntax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536B5-0AB7-4454-889C-025358227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Create variables</a:t>
            </a:r>
          </a:p>
          <a:p>
            <a:r>
              <a:rPr lang="en-US" dirty="0"/>
              <a:t>x &lt;- 10</a:t>
            </a:r>
          </a:p>
          <a:p>
            <a:r>
              <a:rPr lang="en-US" dirty="0"/>
              <a:t>y &lt;- 20</a:t>
            </a:r>
          </a:p>
          <a:p>
            <a:endParaRPr lang="en-US" dirty="0"/>
          </a:p>
          <a:p>
            <a:r>
              <a:rPr lang="en-US" dirty="0"/>
              <a:t># Calculate sum</a:t>
            </a:r>
          </a:p>
          <a:p>
            <a:r>
              <a:rPr lang="en-US" dirty="0"/>
              <a:t>sum &lt;- x + y</a:t>
            </a:r>
          </a:p>
          <a:p>
            <a:endParaRPr lang="en-US" dirty="0"/>
          </a:p>
          <a:p>
            <a:r>
              <a:rPr lang="en-US" dirty="0"/>
              <a:t># Display result</a:t>
            </a:r>
          </a:p>
          <a:p>
            <a:r>
              <a:rPr lang="en-US" dirty="0"/>
              <a:t>print(sum)</a:t>
            </a:r>
          </a:p>
        </p:txBody>
      </p:sp>
    </p:spTree>
    <p:extLst>
      <p:ext uri="{BB962C8B-B14F-4D97-AF65-F5344CB8AC3E}">
        <p14:creationId xmlns:p14="http://schemas.microsoft.com/office/powerpoint/2010/main" val="70494003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4</TotalTime>
  <Words>194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Schoolbook</vt:lpstr>
      <vt:lpstr>Wingdings 2</vt:lpstr>
      <vt:lpstr>View</vt:lpstr>
      <vt:lpstr>Introduction to R Programming Language</vt:lpstr>
      <vt:lpstr>PowerPoint Presentation</vt:lpstr>
      <vt:lpstr>Key Features of R</vt:lpstr>
      <vt:lpstr>Common Applications of R</vt:lpstr>
      <vt:lpstr>Basic R Syntax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 Programming Language</dc:title>
  <dc:creator>Dileepa Hewapaula</dc:creator>
  <cp:lastModifiedBy>Dileepa Hewapaula</cp:lastModifiedBy>
  <cp:revision>1</cp:revision>
  <dcterms:created xsi:type="dcterms:W3CDTF">2026-06-09T04:24:03Z</dcterms:created>
  <dcterms:modified xsi:type="dcterms:W3CDTF">2026-06-09T04:28:31Z</dcterms:modified>
</cp:coreProperties>
</file>